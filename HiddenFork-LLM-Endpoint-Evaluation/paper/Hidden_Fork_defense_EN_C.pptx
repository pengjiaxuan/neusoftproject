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0"/>
            <a:ext cx="10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Hidden Fork</a:t>
            </a:r>
          </a:p>
          <a:p>
            <a:pPr algn="ctr">
              <a:spcBef>
                <a:spcPts val="1800"/>
              </a:spcBef>
            </a:pPr>
            <a:r>
              <a:rPr sz="1800">
                <a:solidFill>
                  <a:srgbClr val="AAAACC"/>
                </a:solidFill>
                <a:latin typeface="Arial"/>
              </a:rPr>
              <a:t>Measuring Behavioral Divergence Across API, Web App,
and Shadow Relay Endpoints for Large Language Models
Peng Jiaxuan / 22265120128 / Neusoft Institute Guangdong
Supervisor: Ren Meng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1. 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Does the access path change what a benchmark measures?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4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GPT-5.4 on 30 AIME problems: SDK scored 93.3%, ChatGPT browser scored 66.7%.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Same model, same afternoon, same problems — but a 26.6 point gap.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Papers report "GPT-5.4 scores X on Y" as if X is a model property.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If the access path changes X, that assumption breaks.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This thesis measures how badly, across 3 models × 3 endpoints × 6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0" y="2520000"/>
            <a:ext cx="34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3333"/>
                </a:solidFill>
                <a:latin typeface="Arial"/>
              </a:rPr>
              <a:t>26.6 pp</a:t>
            </a:r>
          </a:p>
          <a:p>
            <a:pPr algn="ctr">
              <a:spcBef>
                <a:spcPts val="400"/>
              </a:spcBef>
            </a:pPr>
            <a:r>
              <a:rPr sz="1500" i="1">
                <a:solidFill>
                  <a:srgbClr val="1A1A2E"/>
                </a:solidFill>
                <a:latin typeface="Arial"/>
              </a:rPr>
              <a:t>SDK vs. Browser gap
on AIME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2. Experimental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A 3 × 3 × 6 matrix = 54 test cells.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4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Models: GPT-5.4, Claude Sonnet 4.6, Gemini 3 Flash (three providers).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Endpoints: official API, official web app, commercial shadow relay.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Shadow relay = third-party reseller forwarding API requests, ~83% of official price.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Benchmarks: AIME, GPQA, MedQA, LegalBench, MMLU-Pro, JailbreakBench.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All APIs set to reasoning effort "high" for fair comparison with web apps.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0" y="2520000"/>
            <a:ext cx="34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3333"/>
                </a:solidFill>
                <a:latin typeface="Arial"/>
              </a:rPr>
              <a:t>54</a:t>
            </a:r>
          </a:p>
          <a:p>
            <a:pPr algn="ctr">
              <a:spcBef>
                <a:spcPts val="400"/>
              </a:spcBef>
            </a:pPr>
            <a:r>
              <a:rPr sz="1500" i="1">
                <a:solidFill>
                  <a:srgbClr val="1A1A2E"/>
                </a:solidFill>
                <a:latin typeface="Arial"/>
              </a:rPr>
              <a:t>test cells
(3 × 3 × 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3. Data Collection and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Three rounds of do-overs produced a zero-error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4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Round 1: shadow relay changed backend mid-experiment → reran all shadow cells.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Round 2: Anthropic free tier rate-limited after 8 items → upgraded to Max20, restarted.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Round 3: Gemini API mixed two backends → locked to Vertex AI, reran.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Browser automation: Playwright + real Chrome, stealth patches to evade bot detection.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Answer extraction: 5-second text-stability check, interim-state keyword filter.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Claude "Chat paused" safety popup detected and recorded as a refusal.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0" y="2520000"/>
            <a:ext cx="34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3333"/>
                </a:solidFill>
                <a:latin typeface="Arial"/>
              </a:rPr>
              <a:t>54 / 54</a:t>
            </a:r>
          </a:p>
          <a:p>
            <a:pPr algn="ctr">
              <a:spcBef>
                <a:spcPts val="400"/>
              </a:spcBef>
            </a:pPr>
            <a:r>
              <a:rPr sz="1500" i="1">
                <a:solidFill>
                  <a:srgbClr val="1A1A2E"/>
                </a:solidFill>
                <a:latin typeface="Arial"/>
              </a:rPr>
              <a:t>cells, zero errors
zero missing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4. Accuracy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080000"/>
          <a:ext cx="10800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857"/>
                <a:gridCol w="1542857"/>
                <a:gridCol w="1542857"/>
                <a:gridCol w="1542857"/>
                <a:gridCol w="1542857"/>
                <a:gridCol w="1542857"/>
                <a:gridCol w="1542858"/>
              </a:tblGrid>
              <a:tr h="34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GPQA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MedQA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LegalBench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MMLU-Pro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GPT-5.4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93.3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87.0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GPT-5.4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88.0</a:t>
                      </a:r>
                    </a:p>
                  </a:txBody>
                  <a:tcPr/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GPT-5.4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Shadow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86.7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84.0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Claude Sonnet 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87.0</a:t>
                      </a:r>
                    </a:p>
                  </a:txBody>
                  <a:tcPr/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Claude Sonnet 4.6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App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83.3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56.0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82.0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81.0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Claude Sonnet 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Shadow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88.0</a:t>
                      </a:r>
                    </a:p>
                  </a:txBody>
                  <a:tcPr/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Gemini 3 Flash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96.7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87.0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Gemini 3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89.0</a:t>
                      </a:r>
                    </a:p>
                  </a:txBody>
                  <a:tcPr/>
                </a:tc>
              </a:tr>
              <a:tr h="34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Gemini 3 Flash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Shadow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0000" y="4608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A1A2E"/>
                </a:solidFill>
                <a:latin typeface="Arial"/>
              </a:rPr>
              <a:t>Three anomalies sit in the AIME column: GPT drops 26.6; Claude's App beats its API; Gemini Shadow collapses to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5. Endpoint Divergence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_endpoint_di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1080000"/>
            <a:ext cx="8640000" cy="43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55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A1A2E"/>
                </a:solidFill>
                <a:latin typeface="Arial"/>
              </a:rPr>
              <a:t>Three panels, three bars per benchmark — blue API, orange Web App, green Shadow. AIME is where everything happens.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6. Divergence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1512000"/>
            <a:ext cx="252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1A1A2E"/>
                </a:solidFill>
                <a:latin typeface="Arial"/>
              </a:rPr>
              <a:t>RCI  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0" y="1260000"/>
            <a:ext cx="50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>
                <a:solidFill>
                  <a:srgbClr val="1A1A2E"/>
                </a:solidFill>
                <a:latin typeface="Arial"/>
              </a:rPr>
              <a:t>mean reasoning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0" y="2015999"/>
            <a:ext cx="5040000" cy="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60000" y="2088000"/>
            <a:ext cx="50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>
                <a:solidFill>
                  <a:srgbClr val="1A1A2E"/>
                </a:solidFill>
                <a:latin typeface="Arial"/>
              </a:rPr>
              <a:t>MMLU-Pro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600000"/>
            <a:ext cx="108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066CC"/>
                </a:solidFill>
                <a:latin typeface="Arial"/>
              </a:rPr>
              <a:t>▸  RCI  </a:t>
            </a:r>
            <a:r>
              <a:rPr sz="1600">
                <a:solidFill>
                  <a:srgbClr val="1A1A2E"/>
                </a:solidFill>
                <a:latin typeface="Arial"/>
              </a:rPr>
              <a:t>Ratio of reasoning-task gap (AIME, GPQA) to knowledge-task gap (MMLU-Pro). RCI &gt; 1 = endpoint hurts reasoning more. GPT-5.4 App RCI = 8.42.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6CC"/>
                </a:solidFill>
                <a:latin typeface="Arial"/>
              </a:rPr>
              <a:t>▸  MEG  </a:t>
            </a:r>
            <a:r>
              <a:rPr sz="1600">
                <a:solidFill>
                  <a:srgbClr val="1A1A2E"/>
                </a:solidFill>
                <a:latin typeface="Arial"/>
              </a:rPr>
              <a:t>Maximum Endpoint Gap — worst-case accuracy drop across five benchmarks. GPT-5.4 App: 26.6 on AIME. Gemini Shadow: 96.7 on AIME.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6CC"/>
                </a:solidFill>
                <a:latin typeface="Arial"/>
              </a:rPr>
              <a:t>▸  MAG  </a:t>
            </a:r>
            <a:r>
              <a:rPr sz="1600">
                <a:solidFill>
                  <a:srgbClr val="1A1A2E"/>
                </a:solidFill>
                <a:latin typeface="Arial"/>
              </a:rPr>
              <a:t>Mean Absolute Gap — average absolute gap across five benchmarks. GPT-5.4 App: 7.3. Gemini Shadow: 24.9. MEG = worst; MAG = typical.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7. Per-Model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Different models, different stories — no single rule explains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4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GPT-5.4: API beats App on AIME by 26.6 pp; other benchmarks barely move. Endpoint effect targets reasoning. RCI = 8.42.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Claude Sonnet 4.6: App beats API on AIME by 23 pp — opposite of GPT. But App loses to API on GPQA by 12 pp. Direction flips.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I don't know why Claude flips. Best guess: hidden task-type-specific budget allocation. Guess, not finding.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Gemini 3 Flash: API = App (MAG 0.8). Shadow relay scored 0% on AIME — every response truncated mid-reasoning.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Protocol failure, not capability failure: AIME needs a full chain before the answer; truncation wipes it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0" y="2520000"/>
            <a:ext cx="34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3333"/>
                </a:solidFill>
                <a:latin typeface="Arial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500" i="1">
                <a:solidFill>
                  <a:srgbClr val="1A1A2E"/>
                </a:solidFill>
                <a:latin typeface="Arial"/>
              </a:rPr>
              <a:t>distinct behavioral
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8. Statistical Validation +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Wilson CIs confirm the big gaps; safety shifts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4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Wilson binomial CI is designed for small samples and extreme proportions.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GPT-5.4 AIME: API CI [78.7, 98.2] vs App CI [48.8, 80.8] — no overlap, 26.6 pp is real.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Small 1–5 pp gaps on 100-item benchmarks: CIs overlap, cannot confirm.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Safety: Claude &amp; Gemini refuse less on non-API endpoints (+4 to 7 pp harm).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GPT-5.4 = 0.000 across all endpoints, but it also judged itself — treat with caution.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0" y="2520000"/>
            <a:ext cx="34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3333"/>
                </a:solidFill>
                <a:latin typeface="Arial"/>
              </a:rPr>
              <a:t>[78.7,
98.2]</a:t>
            </a:r>
          </a:p>
          <a:p>
            <a:pPr algn="ctr">
              <a:spcBef>
                <a:spcPts val="400"/>
              </a:spcBef>
            </a:pPr>
            <a:r>
              <a:rPr sz="1500" i="1">
                <a:solidFill>
                  <a:srgbClr val="1A1A2E"/>
                </a:solidFill>
                <a:latin typeface="Arial"/>
              </a:rPr>
              <a:t>vs
[48.8, 80.8]
no overlap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9. Discussion — Four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Endpoint divergence is real, irregular, and a measurement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4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No simple rule. "APIs always win" is wrong. "Relays always hurt" is wrong. It depends.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Hidden variables probably shift with server load. 2 AM ≠ 2 PM. Cannot calibrate moving targets.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Fingerprinting paradox: identity tools assume same model = same behavior. My data breaks that assumption.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Practical fix: report model string, SDK version, reasoning_effort, temperature — not just "GPT-5.4".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0" y="2520000"/>
            <a:ext cx="34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3333"/>
                </a:solidFill>
                <a:latin typeface="Arial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500" i="1">
                <a:solidFill>
                  <a:srgbClr val="1A1A2E"/>
                </a:solidFill>
                <a:latin typeface="Arial"/>
              </a:rPr>
              <a:t>takeaways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119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</a:pPr>
            <a:r>
              <a:rPr sz="2600" b="1">
                <a:solidFill>
                  <a:srgbClr val="1A1A2E"/>
                </a:solidFill>
                <a:latin typeface="Arial"/>
              </a:rPr>
              <a:t>  10. Limitations and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27999"/>
            <a:ext cx="10800000" cy="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Endpoint choice moves a benchmark score by 0 to 96.7 percentage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4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AIME has only 30 items — small gaps cannot be statistically confirmed.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Each cell ran once; three runs would triple the cost (self-funded project).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Black-box problem: hidden system prompts, budgets, relay backends — all invisible.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Data from March 2026 only — may not replicate later. That instability is part of the finding.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Takeaway: write down how you accessed the model. A browser score ≠ an API score.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▸  "The relay is part of the measurement apparatus, not a transparent pipe."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0" y="2520000"/>
            <a:ext cx="34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3333"/>
                </a:solidFill>
                <a:latin typeface="Arial"/>
              </a:rPr>
              <a:t>0 – 96.7</a:t>
            </a:r>
          </a:p>
          <a:p>
            <a:pPr algn="ctr">
              <a:spcBef>
                <a:spcPts val="400"/>
              </a:spcBef>
            </a:pPr>
            <a:r>
              <a:rPr sz="1500" i="1">
                <a:solidFill>
                  <a:srgbClr val="1A1A2E"/>
                </a:solidFill>
                <a:latin typeface="Arial"/>
              </a:rPr>
              <a:t>percentage points
of movement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0"/>
            <a:ext cx="10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ctr">
              <a:spcBef>
                <a:spcPts val="1800"/>
              </a:spcBef>
            </a:pPr>
            <a:r>
              <a:rPr sz="1800">
                <a:solidFill>
                  <a:srgbClr val="AAAACC"/>
                </a:solidFill>
                <a:latin typeface="Arial"/>
              </a:rPr>
              <a:t>Questions?
Peng Jiaxuan
22265120128
Neusoft Institute Guangdong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